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one-liner. The three chips are the only three answers this system ever gives — that discipline is the whole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safety, not just margin. Immediately scope honestly: documents-only, stated on every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5 is deliberately amber: articulating limits is a scored criterion and we treat it as a product feature, not a caveat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'is it just if/else with an LLM sticker'. Stage 4 does abduction, and stage 5's code caps its authority.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asked: MCA portal is captcha-gated; the bulk CSV is the reliable route, refreshed by one script (nightly sync in production).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juror asks for a 0-100 risk score: a score is an average, and averaging tiers is exactly how document fraud slips through. Granularity isn't lost — tier and strength are on every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UNVERIFIABLE names the ONE artefact that flips it — the agent writes ops a work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Rehearsed order: velomax first (drama), cascade toggle second (the thinking), then invite the unseen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Concede the self-labeling BEFORE being asked — it converts the weakness into a credibility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 scored criterion. Read the clone-dossier line aloud before anyone asks about photocopied genuine paperwork.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'distributors ARE the channel': adversarial operators are an insider-threat problem; the ledger is OEM-reviewable, not self-graded. Details in the business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invitation — the unseen case is the moment the whole build was designed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1400" kern="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5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88036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auto-parts · documents &amp; records investigator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703320"/>
            <a:ext cx="9079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part can fool your eyes. Its paperwork has to lie — </a:t>
            </a:r>
            <a:pPr algn="ctr" indent="0" marL="0">
              <a:buNone/>
            </a:pPr>
            <a:r>
              <a:rPr lang="en-US" sz="2000" b="1" i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lies contradict government records.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168396" y="4892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F26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68396" y="489661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GENUINE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225796" y="4892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B1214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25796" y="489661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83196" y="4892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A2110"/>
          </a:solidFill>
          <a:ln w="12700">
            <a:solidFill>
              <a:srgbClr val="D9A2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83196" y="489661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A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UNVERIFIABLE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Quessathon 2026 · Challenge 07 — Counterfeit Parts Verification · Team Hiresense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635508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 three aftermarket parts is not what its paperwork claims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estimates (ACMA/SIAM analyses) — quoted as estimates, not measurements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57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D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₹33,000 cr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80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auto aftermarket, annually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70832" y="178308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2057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in 3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880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spurious / counterfeit share by industry estimates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84464" y="178308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13064" y="2057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Brakes · airbags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513064" y="2880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harm concentrates in safety-critical parts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6052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counterfeit looks identical. But every part travels with a paper trail — certificate, invoice, dispatch note, lot code — and a forged trail </a:t>
            </a:r>
            <a:pPr indent="0" marL="0">
              <a:buNone/>
            </a:pPr>
            <a:r>
              <a:rPr lang="en-US" sz="1700" i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</a:t>
            </a:r>
            <a:pPr indent="0" marL="0">
              <a:buNone/>
            </a:pPr>
            <a:r>
              <a:rPr lang="en-US" sz="1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adds up. Somewhere, something contradicts a record the forger doesn't control.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1663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built a documents-and-records investigator — it reads paper, not parts, and it says so on every verdict.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635508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agent does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things the agent must do — and where each lives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brief's own criteria, mapped to shipped components, not slides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475488" cy="475488"/>
          </a:xfrm>
          <a:prstGeom prst="ellipse">
            <a:avLst/>
          </a:prstGeom>
          <a:solidFill>
            <a:srgbClr val="1B2536"/>
          </a:solidFill>
          <a:ln w="25400">
            <a:solidFill>
              <a:srgbClr val="4D9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6733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167335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deterministic checks against a real 3.67M-company MCA registry, offline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475488" cy="475488"/>
          </a:xfrm>
          <a:prstGeom prst="ellipse">
            <a:avLst/>
          </a:prstGeom>
          <a:solidFill>
            <a:srgbClr val="1B2536"/>
          </a:solidFill>
          <a:ln w="25400">
            <a:solidFill>
              <a:srgbClr val="4D9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606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across signals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6060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vs malicious hypothesis for every contradiction, resolved by evidence tier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75488" cy="475488"/>
          </a:xfrm>
          <a:prstGeom prst="ellipse">
            <a:avLst/>
          </a:prstGeom>
          <a:solidFill>
            <a:srgbClr val="1B2536"/>
          </a:solidFill>
          <a:ln w="25400">
            <a:solidFill>
              <a:srgbClr val="4D9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5387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53872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verdict — GENUINE, SUSPECT, or UNVERIFIABLE with a named subtype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489704"/>
            <a:ext cx="475488" cy="475488"/>
          </a:xfrm>
          <a:prstGeom prst="ellipse">
            <a:avLst/>
          </a:prstGeom>
          <a:solidFill>
            <a:srgbClr val="1B2536"/>
          </a:solidFill>
          <a:ln w="25400">
            <a:solidFill>
              <a:srgbClr val="4D9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498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4714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47141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 ledger where every row is a re-runnable receipt, plus the reasoner's ruling per finding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422392"/>
            <a:ext cx="475488" cy="475488"/>
          </a:xfrm>
          <a:prstGeom prst="ellipse">
            <a:avLst/>
          </a:prstGeom>
          <a:solidFill>
            <a:srgbClr val="1B2536"/>
          </a:solidFill>
          <a:ln w="25400">
            <a:solidFill>
              <a:srgbClr val="D9A2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431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A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54041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its limits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540410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case-aware “what this system cannot determine” block ships with every verdict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635508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stages: code decides facts, the model interprets them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 separate module you can read, test, and amputate live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39596" y="1737360"/>
            <a:ext cx="475488" cy="475488"/>
          </a:xfrm>
          <a:prstGeom prst="ellipse">
            <a:avLst/>
          </a:prstGeom>
          <a:solidFill>
            <a:srgbClr val="193052"/>
          </a:solidFill>
          <a:ln w="25400">
            <a:solidFill>
              <a:srgbClr val="4D9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39596" y="1746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51660" y="1975104"/>
            <a:ext cx="1764792" cy="0"/>
          </a:xfrm>
          <a:prstGeom prst="line">
            <a:avLst/>
          </a:prstGeom>
          <a:noFill/>
          <a:ln w="25400">
            <a:solidFill>
              <a:srgbClr val="2733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724912"/>
            <a:ext cx="2148840" cy="2788920"/>
          </a:xfrm>
          <a:prstGeom prst="roundRect">
            <a:avLst>
              <a:gd name="adj" fmla="val 3404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852928"/>
            <a:ext cx="1874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transcribes documents into typed assertions — it transcribes, never judges. Hostile text is stripped, logged as evidence.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3028" y="1737360"/>
            <a:ext cx="475488" cy="475488"/>
          </a:xfrm>
          <a:prstGeom prst="ellipse">
            <a:avLst/>
          </a:prstGeom>
          <a:solidFill>
            <a:srgbClr val="193052"/>
          </a:solidFill>
          <a:ln w="25400">
            <a:solidFill>
              <a:srgbClr val="4D9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3028" y="1746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65092" y="1975104"/>
            <a:ext cx="1764792" cy="0"/>
          </a:xfrm>
          <a:prstGeom prst="line">
            <a:avLst/>
          </a:prstGeom>
          <a:noFill/>
          <a:ln w="25400">
            <a:solidFill>
              <a:srgbClr val="2733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16352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816352" y="2724912"/>
            <a:ext cx="2148840" cy="2788920"/>
          </a:xfrm>
          <a:prstGeom prst="roundRect">
            <a:avLst>
              <a:gd name="adj" fmla="val 3404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53512" y="2852928"/>
            <a:ext cx="1874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pure deterministic checks: checksums, date logic, registry cross-checks. Facts with one right answer never go to a model.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66460" y="1737360"/>
            <a:ext cx="475488" cy="475488"/>
          </a:xfrm>
          <a:prstGeom prst="ellipse">
            <a:avLst/>
          </a:prstGeom>
          <a:solidFill>
            <a:srgbClr val="193052"/>
          </a:solidFill>
          <a:ln w="25400">
            <a:solidFill>
              <a:srgbClr val="4D9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66460" y="1746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78524" y="1975104"/>
            <a:ext cx="1764792" cy="0"/>
          </a:xfrm>
          <a:prstGeom prst="line">
            <a:avLst/>
          </a:prstGeom>
          <a:noFill/>
          <a:ln w="25400">
            <a:solidFill>
              <a:srgbClr val="27334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9784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129784" y="2724912"/>
            <a:ext cx="2148840" cy="2788920"/>
          </a:xfrm>
          <a:prstGeom prst="roundRect">
            <a:avLst>
              <a:gd name="adj" fmla="val 3404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66944" y="2852928"/>
            <a:ext cx="1874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finding: direction, strength, source tier, dimension. Conflicts resolve by who vouches — never by averaging.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79892" y="1737360"/>
            <a:ext cx="475488" cy="475488"/>
          </a:xfrm>
          <a:prstGeom prst="ellipse">
            <a:avLst/>
          </a:prstGeom>
          <a:solidFill>
            <a:srgbClr val="193052"/>
          </a:solidFill>
          <a:ln w="25400">
            <a:solidFill>
              <a:srgbClr val="4D9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79892" y="1746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791956" y="1975104"/>
            <a:ext cx="1764792" cy="0"/>
          </a:xfrm>
          <a:prstGeom prst="line">
            <a:avLst/>
          </a:prstGeom>
          <a:noFill/>
          <a:ln w="25400">
            <a:solidFill>
              <a:srgbClr val="27334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43216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43216" y="2724912"/>
            <a:ext cx="2148840" cy="2788920"/>
          </a:xfrm>
          <a:prstGeom prst="roundRect">
            <a:avLst>
              <a:gd name="adj" fmla="val 3404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0376" y="2852928"/>
            <a:ext cx="1874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argues both sides of each contradiction — under tier rules enforced in code, so it can add caution, never override evidence.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593324" y="1737360"/>
            <a:ext cx="475488" cy="475488"/>
          </a:xfrm>
          <a:prstGeom prst="ellipse">
            <a:avLst/>
          </a:prstGeom>
          <a:solidFill>
            <a:srgbClr val="193052"/>
          </a:solidFill>
          <a:ln w="25400">
            <a:solidFill>
              <a:srgbClr val="4D9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93324" y="1746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756648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756648" y="2724912"/>
            <a:ext cx="2148840" cy="2788920"/>
          </a:xfrm>
          <a:prstGeom prst="roundRect">
            <a:avLst>
              <a:gd name="adj" fmla="val 3404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93808" y="2852928"/>
            <a:ext cx="1874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three verdicts, mapped to what a receiving desk can actually do. Governance floors cap the model's authority.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57150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model: a rule engine tells you what is inconsistent. It cannot tell you whether the inconsistency is suspicious. That gap is the LLM's whole job.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635508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trick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verify against records we don't control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jury can't dispute data that isn't ours — and neither can a forger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6766560" cy="1170432"/>
          </a:xfrm>
          <a:prstGeom prst="roundRect">
            <a:avLst>
              <a:gd name="adj" fmla="val 6250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745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MCA company registry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945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3.67M real companies (data.gov.in bulk), indexed locally in DuckDB: incorporation date, state, status, business activity. Snapshot date declared on every finding.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81528"/>
            <a:ext cx="6766560" cy="1170432"/>
          </a:xfrm>
          <a:prstGeom prst="roundRect">
            <a:avLst>
              <a:gd name="adj" fmla="val 6250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7296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GSTIN self-validates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493008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characters carry a state code, an embedded PAN, and a computable mod-36 check digit. A forged number usually fails math before it fails a lookup.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379976"/>
            <a:ext cx="6766560" cy="1170432"/>
          </a:xfrm>
          <a:prstGeom prst="roundRect">
            <a:avLst>
              <a:gd name="adj" fmla="val 6250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47141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 self-validates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79145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21-character CIN encodes activity, state, and year. One string, two contradictions, zero network.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98080" y="1783080"/>
            <a:ext cx="4206240" cy="3886200"/>
          </a:xfrm>
          <a:prstGeom prst="roundRect">
            <a:avLst>
              <a:gd name="adj" fmla="val 2353"/>
            </a:avLst>
          </a:prstGeom>
          <a:solidFill>
            <a:srgbClr val="0F2617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FULLY OFFLINE ON STAGE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251460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wifi dependency. No captcha. No rate limit mid-demo.
</a:t>
            </a:r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network cable and every deterministic check, every registry lookup, and the fallback reasoner still run.
</a:t>
            </a:r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that uses network — LLM reasoning — degrades gracefully and labels which engine ran.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635508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evidence, not scores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blended score. Evidence with provenance.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carries four labels — and conflicts resolve by tier, never by averaging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genuine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suspect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28416" y="17830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11296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2286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9632" y="17830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D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TIER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2286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70848" y="17830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53728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53728" y="2286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062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one-sentence rule the whole system obeys:  </a:t>
            </a:r>
            <a:pPr indent="0" marL="0">
              <a:buNone/>
            </a:pPr>
            <a:r>
              <a:rPr lang="en-US" sz="16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authoritative record outranks any number of heuristics — twenty pages of self-consistent paperwork cannot buy back one registry contradiction.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0292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for every contradiction, the reasoner must construct BOTH stories — the benign one and the malicious one — and say which the evidence supports. Over-accusing a genuine supplier is a failure mode we engineered against.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635508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verdicts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verdicts — each one is an action a desk can take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UNVERIFIABLE is a work order, not a shrug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0F2617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1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GENUINE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560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the lot.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1089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and every deterministic check support the trail. Dossier logged against the lot code.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0832" y="17830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2B1214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6864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100" kern="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SUSPECT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2560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Quarantine. Freeze payment.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31089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contradicting findings are named, with tier and strength — triage reads '1 dispositive / 2 strong', not '62/100'.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84464" y="17830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2A2110"/>
          </a:solidFill>
          <a:ln w="19050">
            <a:solidFill>
              <a:srgbClr val="D9A2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40496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100" kern="0" dirty="0">
                <a:solidFill>
                  <a:srgbClr val="D9A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UNVERIFIABLE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8540496" y="2560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— one document decides.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40496" y="31089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its subtype (missing / inaccessible / contradictory / insufficient), the single decisive missing artefact, an interim action, and a low-confidence lean.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3492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asymmetry that matters on brake parts: a wrong GENUINE is a recall. Our abstention is a two-day delay and a one-line supplier email.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635508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see live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cases anchor on real registry records; suspect names are aliased — real firms are never accused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502920" cy="502920"/>
          </a:xfrm>
          <a:prstGeom prst="ellipse">
            <a:avLst/>
          </a:prstGeom>
          <a:solidFill>
            <a:srgbClr val="1B2536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forged trail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21408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predates the company's own incorporation. GSTIN passes its checksum but belongs to the wrong state. Parts ship before they're made. And the document tries to prompt-inject the reviewer — it gets stripped, logged, and used against the dossier.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64408"/>
            <a:ext cx="502920" cy="502920"/>
          </a:xfrm>
          <a:prstGeom prst="ellipse">
            <a:avLst/>
          </a:prstGeom>
          <a:solidFill>
            <a:srgbClr val="1B2536"/>
          </a:solidFill>
          <a:ln w="25400">
            <a:solidFill>
              <a:srgbClr val="D9A2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A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154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merged supplier — rules vs agent, same evidence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538728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Rules-only mode says SUSPECT: three anomalies, tier arithmetic, done. Flip the toggle: the agent recognises all three share one benign mechanism the registry itself documents, and answers UNVERIFIABLE pending the NCLT order. That 30-second delta is what the LLM adds.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681728"/>
            <a:ext cx="502920" cy="502920"/>
          </a:xfrm>
          <a:prstGeom prst="ellipse">
            <a:avLst/>
          </a:prstGeom>
          <a:solidFill>
            <a:srgbClr val="1B2536"/>
          </a:solidFill>
          <a:ln w="25400">
            <a:solidFill>
              <a:srgbClr val="4D9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572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case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956048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documents as plain text — no format needed. The pipeline runs live: extraction, 17 checks, deliberation, verdict. We built for contradictions, not scenarios, so unseen input is the test we want.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806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cybersecurity bench: try to phrase an injection our filter misses. You'll beat the regex — and watch the verdict hold anyway, because free text can never reach the validators or outrank the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635508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numbers, honestly framed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12-case pack is an adversarial regression suite — the real eval is the case you feed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116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verdict + subtype — identical on mock AND the live LLM path, temperature 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0832" y="178308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20116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 rate — UNVERIFIABLE with a work order instead of a guess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84464" y="178308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13064" y="20116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D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513064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when committed — every GENUINE / SUSPECT call correct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6052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suite actually contains: </a:t>
            </a:r>
            <a:pPr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typo'd lot code the system must NOT flag, an injection dossier, an LLP that must trigger abstention not accusation, and a merger where the scary reading is wrong. Rules-only scores 11/12 — its one miss, over-accusing the merged supplier, is the measured proof of what stage 4 adds.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1206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labeled the cases? We did — and we say so. No labeled corpus of counterfeit dossiers exists; that absence is part of this problem. 12/12 proves the pipeline matches its stated policy exactly. Field accuracy is a different claim, and we don't make it.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635508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 limits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system cannot determine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as a case-aware block on every verdict — because knowing what you don't know is the brief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6858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physical part matches the paper — it reads documents, not metallurgy or holograms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byte-perfect clone of a genuine dossier — that needs a dossier-hash reuse registry (roadmap, layer two)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Doctored document images — inputs arrive as text; pixel forensics is out of scope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after the registry snapshot — declared with the snapshot date, never silently guessed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BIS / GSTN status — offline stubs today, declared as such; live lookups where connectivity exists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— a failed check proves an inconsistency, not who created it or why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0" y="178308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1B2536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A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NAMED ROADMAP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468880"/>
            <a:ext cx="3474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Dossier-hash / lot-reuse detection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BIS + GSTN integration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Multi-party dossier verification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registry sync</a:t>
            </a:r>
            <a:endParaRPr lang="en-US" sz="1350" dirty="0"/>
          </a:p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document-image ingestion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635508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OEM pays. The distributor desk uses it.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distributors carry warranty liability — dossier screening becomes a channel-compliance mandate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56232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D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brand protection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856232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screening across the authorized network; receives append-only evidence ledgers as the audit trail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816352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Distributor incoming-goods QA (primary)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816352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per dossier at goods receipt; SUSPECT = quarantine + freeze payment before money moves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151D2C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776472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Showroom / service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776472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counterfeit safety part reaches a vehicle; verified-channel sourcing for time-critical repairs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89204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economics:  </a:t>
            </a:r>
            <a:pPr indent="0" marL="0">
              <a:buNone/>
            </a:pPr>
            <a:r>
              <a:rPr lang="en-US" sz="14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of compute on one laptop per dossier — no per-lookup API fees, the registry is local — against the cost of one warranty claim, one channel audit, or one liability event on a failed brake part. Scales linearly; rules-only mode screens at full speed with no model at all.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PROVENANCE on one refusal: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745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would not fake certainty.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880360"/>
            <a:ext cx="9262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live in deterministic code, checked against 3.67 million real records with the network cable pulled. The model argues both sides before condemning anyone — and code, not a prompt, caps its authority. When we commit, we cite the finding and the rule. When we can't, we name the one document that settles it.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4348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 it your case.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6692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github.com/AaronHiresense/Provenance  ·  runs on this laptop, offline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2026-09-03T10:55:32Z</dcterms:created>
  <dcterms:modified xsi:type="dcterms:W3CDTF">2026-09-03T10:55:32Z</dcterms:modified>
</cp:coreProperties>
</file>