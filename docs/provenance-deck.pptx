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The three chips are the only three answers this system ever gives — that discipline is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safety, not just margin. Immediately scope honestly: documents-only, stated on every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 5 is deliberately amber: articulating limits is a scored criterion and we treat it as a product feature, not a caveat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'is it just if/else with an LLM sticker'. Stage 4 does abduction, and stage 5's code caps its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asked: MCA portal is captcha-gated; the bulk CSV is the reliable route, refreshed by one script (nightly sync in production).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juror asks for a 0-100 risk score: a score is an average, and averaging tiers is exactly how document fraud slips through. Granularity isn't lost — tier and strength are on every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UNVERIFIABLE names the ONE artefact that flips it — the agent writes ops a work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Rehearsed order: velomax first (drama), cascade toggle second (the thinking), then invite the unseen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generalizes the mentor's own exam questions (date + geography) into published-formula arithmetic. Fully offline, deterministic.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Concede the self-labeling BEFORE being asked — it converts the weakness into a credibility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harness found and fixed a real hole before shipping: an injected line could widen thin evidence into a GENUINE. Tell that story if asked — it proves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a scored criterion. Read the clone-dossier line aloud before anyone asks about photocopied genuine paperwork.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'distributors ARE the channel': adversarial operators are an insider-threat problem; the ledger is OEM-reviewable, not self-graded. Details in the business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— the unseen case is the moment the whole build was designed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11274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14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803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auto-parts · documents &amp; records investigator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703320"/>
            <a:ext cx="9079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part can fool your eyes. Its paperwork has to lie — </a:t>
            </a:r>
            <a:pPr algn="ctr" indent="0" marL="0">
              <a:buNone/>
            </a:pPr>
            <a:r>
              <a:rPr lang="en-US" sz="2000" b="1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lies contradict government records.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1683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F2617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1683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257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B1214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257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831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A2110"/>
          </a:solidFill>
          <a:ln w="12700">
            <a:solidFill>
              <a:srgbClr val="D9A2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831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UNVERIFIABLE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Quessathon 2026 · Challenge 07 — Counterfeit Parts Verification · Team Hiresense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three aftermarket parts is not what its paperwork claims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estimates (ACMA/SIAM analyses) — quoted as estimates, not measurements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₹33,000 cr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auto aftermarket, annually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in 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spurious / counterfeit share by industry estimates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Brakes · airbags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concentrates in safety-critical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counterfeit looks identical. But every part travels with a paper trail — certificate, invoice, dispatch note, lot code — and a forged trail </a:t>
            </a:r>
            <a:pPr indent="0" marL="0">
              <a:buNone/>
            </a:pPr>
            <a:r>
              <a:rPr lang="en-US" sz="1700" i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</a:t>
            </a:r>
            <a:pPr indent="0" marL="0">
              <a:buNone/>
            </a:pPr>
            <a:r>
              <a:rPr lang="en-US" sz="17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up. Somewhere, something contradicts a record the forger doesn't control.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1663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a documents-and-records investigator — it reads paper, not parts, and it says so on every verdict.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agent does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 the agent must do — and where each lives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own criteria, mapped to shipped components, not slides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733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67335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deterministic checks against a real 3.67M-company MCA registry, offline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33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across signals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6060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vs malicious hypothesis for every contradiction, resolved by evidence tier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538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53872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verdict — GENUINE, SUSPECT, or UNVERIFIABLE with a named subtype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489704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4714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4714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ledger where every row is a re-runnable receipt, plus the reasoner's ruling per finding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22392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D9A2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431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404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its limits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5404104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case-aware “what this system cannot determine” block ships with every verdict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stages: code decides facts, the model interprets them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 separate module you can read, test, and amputate live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39596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39596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51660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transcribes documents into typed assertions — it transcribes, never judges. Hostile text is stripped, logged as evidence.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3028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3028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65092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16352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16352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53512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pure deterministic checks: checksums, date logic, registry cross-checks. Facts with one right answer never go to a model.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66460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6460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78524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9784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129784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66944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finding: direction, strength, source tier, dimension. Conflicts resolve by who vouches — never by averaging.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79892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79892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791956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43216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43216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0376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argues both sides of each contradiction — under tier rules enforced in code, so it can add caution, never override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593324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93324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756648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893808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three verdicts, mapped to what a receiving desk can actually do. Governance floors cap the model's authority.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57150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model: a rule engine tells you what is inconsistent. It cannot tell you whether the inconsistency is suspicious. That gap is the LLM's whole job.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trick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against records we don't control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jury can't dispute data that isn't ours — and neither can a forger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745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MCA company registry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94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3.67M real companies (data.gov.in bulk), indexed locally in DuckDB: incorporation date, state, status, business activity. Snapshot date declared on every finding.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7296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GSTIN self-validates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9300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characters carry a state code, an embedded PAN, and a computable mod-36 check digit. A forged number usually fails math before it fails a lookup.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79976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47141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 self-validates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791456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21-character CIN encodes activity, state, and year. One string, two contradictions, zero network.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0" y="1783080"/>
            <a:ext cx="4206240" cy="3886200"/>
          </a:xfrm>
          <a:prstGeom prst="roundRect">
            <a:avLst>
              <a:gd name="adj" fmla="val 2353"/>
            </a:avLst>
          </a:prstGeom>
          <a:solidFill>
            <a:srgbClr val="0F2617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OFFLINE ON STAGE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2514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wifi dependency. No captcha. No rate limit mid-demo.
</a:t>
            </a:r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network cable and every deterministic check, every registry lookup, and the fallback reasoner still run.
</a:t>
            </a:r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uses network — LLM reasoning — degrades gracefully and labels which engine ran.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evidence, not scores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blended score. Evidence with provenance.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four labels — and conflicts resolve by tier, never by averaging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genuine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suspect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28416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11296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STRENGTH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9632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TIER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70848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3728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rule the whole system obeys:  </a:t>
            </a:r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authoritative record outranks any number of heuristics — twenty pages of self-consistent paperwork cannot buy back one registry contradiction.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02920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every contradiction, the reasoner must construct BOTH stories — the benign one and the malicious one — and say which the evidence supports. Over-accusing a genuine supplier is a failure mode we engineered against.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verdicts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verdicts — each one is an action a desk can take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UNVERIFIABLE is a work order, not a shrug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0F2617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the lot.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and every deterministic check support the trail. Dossier logged against the lot code.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70832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2B1214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Quarantine. Freeze payment.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contradicting findings are named, with tier and strength — triage reads '1 dispositive / 2 strong', not '62/100'.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84464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2A2110"/>
          </a:solidFill>
          <a:ln w="19050">
            <a:solidFill>
              <a:srgbClr val="D9A2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0496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UNVERIFIABLE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540496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— one document decides.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40496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its subtype (missing / inaccessible / contradictory / insufficient), the single decisive missing artefact, an interim action, and a low-confidence lean.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3492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asymmetry that matters on brake parts: a wrong GENUINE is a recall. Our abstention is a two-day delay and a one-line supplier email.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see live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cases anchor on real registry records; suspect names are aliased — real firms are never accused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737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forged trail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2140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predates the company's own incorporation. GSTIN passes its checksum but belongs to the wrong state. Parts ship before they're made. And the document tries to prompt-inject the reviewer — it gets stripped, logged, and used against the dossier.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6440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D9A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154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merged supplier — rules vs agent, same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53872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mode says SUSPECT: three anomalies, tier arithmetic, done. Flip the toggle: the agent recognises all three share one benign mechanism the registry itself documents, and answers UNVERIFIABLE pending the NCLT order. That 30-second delta is what the LLM adds.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8172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case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95604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documents as plain text — no format needed. The pipeline runs live: extraction, 22 checks, deliberation, verdict. We built for contradictions, not scenarios, so unseen input is the test we want.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80644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cybersecurity bench: try to phrase an injection our filter misses. You'll beat the regex — and watch the verdict hold anyway, because free text can never reach the validators or outrank the evidence.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logistics physics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paper: the goods travel faster than the law allows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 — the government's own logistics formulas, run offline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3383280"/>
          </a:xfrm>
          <a:prstGeom prst="roundRect">
            <a:avLst>
              <a:gd name="adj" fmla="val 2703"/>
            </a:avLst>
          </a:prstGeom>
          <a:solidFill>
            <a:srgbClr val="151D2C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E-WAY BILL PHYSICS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68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 Rule 138(10): one validity day per 200 km. Chennai to Delhi is 2,200 km — eleven days minimum.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bill grants ONE.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papered, the truck teleports. Lawful extensions exist — none is cited.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3383280"/>
          </a:xfrm>
          <a:prstGeom prst="roundRect">
            <a:avLst>
              <a:gd name="adj" fmla="val 2703"/>
            </a:avLst>
          </a:prstGeom>
          <a:solidFill>
            <a:srgbClr val="151D2C"/>
          </a:solidFill>
          <a:ln w="19050">
            <a:solidFill>
              <a:srgbClr val="D9A2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HSN MIS-DECLARATION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468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calipers belong under heading 8708. This invoice declares 8544 — insulated cable.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Mis-declared HSN is how counterfeit consignments dodge duty scrutiny and anti-dumping checks.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3383280"/>
          </a:xfrm>
          <a:prstGeom prst="roundRect">
            <a:avLst>
              <a:gd name="adj" fmla="val 2703"/>
            </a:avLst>
          </a:prstGeom>
          <a:solidFill>
            <a:srgbClr val="151D2C"/>
          </a:solidFill>
          <a:ln w="19050">
            <a:solidFill>
              <a:srgbClr val="4D9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ENTRY, TWO STORIES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4688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consignment declaring first entry at a seaport, by air, is not a routing choice — it is two import stories for one crate.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a customs-station table, offline.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44068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goods obey physics. Forged paperwork doesn't have to — until something checks.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numbers, honestly framed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12-case pack is an adversarial regression suite — the real eval is the case you feed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verdict + subtype — identical on mock AND the live LLM path, temperature 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rate — UNVERIFIABLE with a work order instead of a guess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when committed — every GENUINE / SUSPECT call correct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suite actually contains: </a:t>
            </a:r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typo'd lot code the system must NOT flag, an injection dossier, an LLP that must trigger abstention not accusation, and a merger where the scary reading is wrong. Rules-only scores 11/12 — its one miss, over-accusing the merged supplier, is the measured proof of what stage 4 adds.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labeled the cases? We did — and we say so. No labeled corpus of counterfeit dossiers exists; that absence is part of this problem. 12/12 proves the pipeline matches its stated policy exactly. Field accuracy is a different claim, and we don't make it.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attacked our own exam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 mutations of our own test data. Zero false GENUINEs.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jury's unseen case is built from our data — so we rehearsed the mutation process itself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26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mutations: CIN typos, swapped dates, dropped documents, deleted fields, state swaps, wrong specs, novel injections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926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GENUINEs — every break degrades toward holding the lot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926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— hostile or mangled input lands as a verdict, not a stack trace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2062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disclosure the rubric rewards: </a:t>
            </a:r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injection tripwire catches ~60% of novel hostile phrasings — and the uncaught 40% still cannot flip a verdict, because free text never reaches the validators and code caps the reasoner's authority. The regex is a tripwire; governance is the boundary.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2578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this system breaks, it breaks toward holding the lot. Your scenario is mutation N+1.”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known limits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system cannot determine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case-aware block on every verdict — because knowing what you don't know is the brief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68580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physical part matches the paper — it reads documents, not metallurgy or holograms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byte-perfect clone of a genuine dossier — that needs a dossier-hash reuse registry (roadmap, layer two)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Doctored document images — inputs arrive as text; pixel forensics is out of scope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after the registry snapshot — declared with the snapshot date, never silently guessed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BIS / GSTN status — offline stubs today, declared as such; live lookups where connectivity exists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— a failed check proves an inconsistency, not who created it or why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0" y="1783080"/>
            <a:ext cx="4023360" cy="3931920"/>
          </a:xfrm>
          <a:prstGeom prst="roundRect">
            <a:avLst>
              <a:gd name="adj" fmla="val 2326"/>
            </a:avLst>
          </a:prstGeom>
          <a:solidFill>
            <a:srgbClr val="1B2536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NAMED ROADMAP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4688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Dossier-hash / lot-reuse detection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BIS + GSTN integration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Multi-party dossier verification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registry sync</a:t>
            </a:r>
            <a:endParaRPr lang="en-US" sz="1350" dirty="0"/>
          </a:p>
          <a:p>
            <a:pPr marL="342900" indent="-342900"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document-image ingestion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OEM pays. The distributor desk uses it.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distributors carry warranty liability — dossier screening becomes a channel-compliance mandate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brand protection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85623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screening across the authorized network; receives append-only evidence ledgers as the audit trail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81635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Distributor incoming-goods QA (primary)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81635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per dossier at goods receipt; SUSPECT = quarantine + freeze payment before money moves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77647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Showroom / service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77647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counterfeit safety part reaches a vehicle; verified-channel sourcing for time-critical repairs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92040"/>
            <a:ext cx="11274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 </a:t>
            </a:r>
            <a:pPr indent="0" marL="0">
              <a:buNone/>
            </a:pPr>
            <a:r>
              <a:rPr lang="en-US" sz="14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of compute on one laptop per dossier — no per-lookup API fees, the registry is local — against the cost of one warranty claim, one channel audit, or one liability event on a failed brake part. Scales linearly; rules-only mode screens at full speed with no model at all.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173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PROVENANCE on one refusal: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745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would not fake certainty.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880360"/>
            <a:ext cx="9262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live in deterministic code, checked against 3.67 million real records with the network cable pulled. The model argues both sides before condemning anyone — and code, not a prompt, caps its authority. When we commit, we cite the finding and the rule. When we can't, we name the one document that settles it.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348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it your case.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github.com/AaronHiresense/Provenance  ·  runs on this laptop, offline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2026-09-03T17:47:25Z</dcterms:created>
  <dcterms:modified xsi:type="dcterms:W3CDTF">2026-09-03T17:47:25Z</dcterms:modified>
</cp:coreProperties>
</file>